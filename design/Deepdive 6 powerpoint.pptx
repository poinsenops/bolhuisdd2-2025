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539" autoAdjust="0"/>
  </p:normalViewPr>
  <p:slideViewPr>
    <p:cSldViewPr snapToGrid="0">
      <p:cViewPr varScale="1">
        <p:scale>
          <a:sx n="88" d="100"/>
          <a:sy n="88" d="100"/>
        </p:scale>
        <p:origin x="6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8E989-672A-4A88-9CAC-B7FFF7753FD6}" type="datetimeFigureOut">
              <a:rPr lang="nl-NL" smtClean="0"/>
              <a:t>20-11-2025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77596-4495-4BF6-BAC9-43802F251F0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3157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77596-4495-4BF6-BAC9-43802F251F0E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5807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718A0A-D254-82A4-8DFE-D421600ED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54E9583-1140-8884-9F8C-4C0307E7C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AC44142-4861-ED34-7ED7-2FFE27F87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FCB6-5165-4454-9991-E458DA3D4903}" type="datetimeFigureOut">
              <a:rPr lang="nl-NL" smtClean="0"/>
              <a:t>20-11-2025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AFC0BDF-A47D-4745-9646-27AA226B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C516374-228D-A78A-A288-0E963554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5F76-41FF-4D5D-9287-93CD4011E8C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209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27A721-FEF7-500E-4B05-6A7772ED8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2FE6106-BD38-3353-B405-694E744E4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BA7DE69-891F-E967-9C0C-6CDB90F2B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FCB6-5165-4454-9991-E458DA3D4903}" type="datetimeFigureOut">
              <a:rPr lang="nl-NL" smtClean="0"/>
              <a:t>20-11-2025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33E5958-E2A0-B29A-F6A1-3438177D6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ACDA7BF-2C3D-B601-20F5-505161C53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5F76-41FF-4D5D-9287-93CD4011E8C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508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EBDF3D-248B-B637-FFEA-C6B64EF43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6E97EE3-6F87-B218-F16A-D4026F00F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8B008CE-5D42-E99C-2B05-AF5106FB9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FCB6-5165-4454-9991-E458DA3D4903}" type="datetimeFigureOut">
              <a:rPr lang="nl-NL" smtClean="0"/>
              <a:t>20-11-2025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518909B-75E9-6EC3-F3BB-800528D6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C21FC4C-102F-5BA7-6BEE-0A9B55FCC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5F76-41FF-4D5D-9287-93CD4011E8C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6401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FC7519-E452-F65C-F78B-15C3C907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29DA2AD-8E05-59E1-4524-33C298CC39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57A19E2-1753-EAB8-6664-369FAEA6C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2E50985-B0EA-F665-9C6D-E068E9B51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FCB6-5165-4454-9991-E458DA3D4903}" type="datetimeFigureOut">
              <a:rPr lang="nl-NL" smtClean="0"/>
              <a:t>20-11-2025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C14292C-B331-543C-89F3-58F1FF7E8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E951217-A9A1-A787-563A-B5EA3CF7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5F76-41FF-4D5D-9287-93CD4011E8C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1470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95DB30-423F-EEFF-EBE6-C011308D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EB367B2-03B3-8971-F2F5-545CE175B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0C9C9B5-DB5A-0122-65E4-B2996B30A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CB74191-AF49-18FE-7062-D3B6D3695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A87AD58-C127-B9A8-F105-8F4C53418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7F88EC1B-8CB1-9028-763B-ECCC3D163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FCB6-5165-4454-9991-E458DA3D4903}" type="datetimeFigureOut">
              <a:rPr lang="nl-NL" smtClean="0"/>
              <a:t>20-11-2025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E0CFEB36-7701-8381-C588-A75510F3E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A3BAFA9-3B7D-8D6A-9B13-AB1125432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5F76-41FF-4D5D-9287-93CD4011E8C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309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71E8B-E1FE-FCF9-EF93-20E52EE57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6EF8C3A-2714-0621-0422-639F7F3A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FCB6-5165-4454-9991-E458DA3D4903}" type="datetimeFigureOut">
              <a:rPr lang="nl-NL" smtClean="0"/>
              <a:t>20-11-2025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F0DCDD6-5EE1-715F-72C9-C8461CEA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490F94F-6E4B-5F83-994C-4C9096DFC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5F76-41FF-4D5D-9287-93CD4011E8C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3028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BE6787E-989F-0BCB-34DC-4DA4BDB89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FCB6-5165-4454-9991-E458DA3D4903}" type="datetimeFigureOut">
              <a:rPr lang="nl-NL" smtClean="0"/>
              <a:t>20-11-2025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57EF9B7-AA6E-0812-205A-ACF9754AB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27A536C-ECB1-1321-B87A-9B1AEECD9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5F76-41FF-4D5D-9287-93CD4011E8C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373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F8C0C3-14C9-0A01-3BD1-F758714B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62C5DEB-F1A7-3B5D-CBAD-F26294C66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B8316E6-2468-9300-1073-E01085FDD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64D8547-B61F-1899-F557-81DE1FF5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FCB6-5165-4454-9991-E458DA3D4903}" type="datetimeFigureOut">
              <a:rPr lang="nl-NL" smtClean="0"/>
              <a:t>20-11-2025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2C627C5-87E1-2771-91A5-2426E83C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F242A0F-8E18-CABE-BBE3-9D397647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5F76-41FF-4D5D-9287-93CD4011E8C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524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496FDA-A71C-BF37-A8B6-ACFFBC70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1E0D599-1523-8440-D220-1540B450C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05A5072-2ED8-10C4-8FEA-1BCEEDAA7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9DDF105-5421-0F95-0282-ACBFF2BFA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FCB6-5165-4454-9991-E458DA3D4903}" type="datetimeFigureOut">
              <a:rPr lang="nl-NL" smtClean="0"/>
              <a:t>20-11-2025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809AA63-1199-A8CD-BF58-E801AE44A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4435D38-BCFD-4670-3FC3-6F274E212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5F76-41FF-4D5D-9287-93CD4011E8C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37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DEF438-383A-A927-BF93-E9EB75E6C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626342A-5801-CD65-4BD7-DB9B24DD4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40E2C0D-9211-75C2-9E29-274EC98E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FCB6-5165-4454-9991-E458DA3D4903}" type="datetimeFigureOut">
              <a:rPr lang="nl-NL" smtClean="0"/>
              <a:t>20-11-2025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E8D534F-A620-180A-C32B-B466D0E7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4755F53-8460-4F60-32B9-840A6EB1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5F76-41FF-4D5D-9287-93CD4011E8C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6401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B076FA3C-74FF-24E8-312D-400A6E310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A19C4E1-59BD-0118-5DAE-9B63C9924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E63A1-6D74-ECF9-751C-A30CF6C6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FCB6-5165-4454-9991-E458DA3D4903}" type="datetimeFigureOut">
              <a:rPr lang="nl-NL" smtClean="0"/>
              <a:t>20-11-2025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88E57BD-BB1D-873D-7826-63990266D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2C57DE-10F9-0D47-2A70-3975AB03A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5F76-41FF-4D5D-9287-93CD4011E8C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668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009DDDC0-4E43-D681-7FD4-32658F3CA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C5C18AF-BC6B-3D80-7FB5-B4332733C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6B22C95-43D4-3C70-860F-9BEA92275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CDFCB6-5165-4454-9991-E458DA3D4903}" type="datetimeFigureOut">
              <a:rPr lang="nl-NL" smtClean="0"/>
              <a:t>20-11-2025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AB6EE96-08DE-7204-00E8-1BF1D18EB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8AE32FE-2850-6F76-3C9F-B40A55A5F8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55F76-41FF-4D5D-9287-93CD4011E8C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4518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6625BDFC-2CD8-F8D5-ECF9-E5570E5B6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00724" y="13088"/>
            <a:ext cx="19519498" cy="683182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56F378E-A3ED-C1BF-1840-584497C11D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429" y="2506178"/>
            <a:ext cx="9144000" cy="92282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intro</a:t>
            </a:r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F8A7E55-A763-1B1A-6CE6-5EA25F69E1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73334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0E62F7-4375-8F86-FE27-D739022BE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Belangrijke punten en keuzes in ontwerp en functionaliteit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28F3DDE3-748E-0DB5-F598-1B4B4F18C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881941"/>
            <a:ext cx="6096000" cy="3094118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BBCF096B-4155-822E-FBD0-27350B768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881941"/>
            <a:ext cx="5472440" cy="306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63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57E127-ACFF-0870-3C04-F415E38A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Feedback die tijdens de testfase en eerdere </a:t>
            </a:r>
            <a:r>
              <a:rPr lang="nl-NL" dirty="0" err="1"/>
              <a:t>exercises</a:t>
            </a:r>
            <a:r>
              <a:rPr lang="nl-NL" dirty="0"/>
              <a:t> is verwerkt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417EB66-63B0-4DBA-59A4-96063E7B4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b="1"/>
              <a:t>## website</a:t>
            </a:r>
            <a:endParaRPr lang="nl-NL"/>
          </a:p>
          <a:p>
            <a:r>
              <a:rPr lang="nl-NL"/>
              <a:t>- Media dropdown fix.</a:t>
            </a:r>
          </a:p>
          <a:p>
            <a:r>
              <a:rPr lang="nl-NL" b="1"/>
              <a:t>## Game</a:t>
            </a:r>
            <a:endParaRPr lang="nl-NL"/>
          </a:p>
          <a:p>
            <a:r>
              <a:rPr lang="nl-NL"/>
              <a:t>- De verkoop en plant knop werken niet.</a:t>
            </a:r>
          </a:p>
          <a:p>
            <a:r>
              <a:rPr lang="nl-NL"/>
              <a:t>- De timer reset niet wanneer er word verkocht.</a:t>
            </a:r>
          </a:p>
        </p:txBody>
      </p:sp>
    </p:spTree>
    <p:extLst>
      <p:ext uri="{BB962C8B-B14F-4D97-AF65-F5344CB8AC3E}">
        <p14:creationId xmlns:p14="http://schemas.microsoft.com/office/powerpoint/2010/main" val="295074125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48</Words>
  <Application>Microsoft Office PowerPoint</Application>
  <PresentationFormat>Breedbeeld</PresentationFormat>
  <Paragraphs>9</Paragraphs>
  <Slides>3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Kantoorthema</vt:lpstr>
      <vt:lpstr>intro</vt:lpstr>
      <vt:lpstr>Belangrijke punten en keuzes in ontwerp en functionaliteit</vt:lpstr>
      <vt:lpstr>Feedback die tijdens de testfase en eerdere exercises is verwerkt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Thijmen Eggens</dc:creator>
  <cp:lastModifiedBy>Thijmen Eggens</cp:lastModifiedBy>
  <cp:revision>1</cp:revision>
  <dcterms:created xsi:type="dcterms:W3CDTF">2025-11-20T14:20:53Z</dcterms:created>
  <dcterms:modified xsi:type="dcterms:W3CDTF">2025-11-20T14:28:29Z</dcterms:modified>
</cp:coreProperties>
</file>